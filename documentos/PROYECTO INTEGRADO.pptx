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ligna4@gmail.com" userId="445a980e03f6b7c8" providerId="LiveId" clId="{095EA701-0D38-4B06-BB86-D1759CD8A4EC}"/>
    <pc:docChg chg="modSld">
      <pc:chgData name="sebastianligna4@gmail.com" userId="445a980e03f6b7c8" providerId="LiveId" clId="{095EA701-0D38-4B06-BB86-D1759CD8A4EC}" dt="2026-06-29T15:43:36.832" v="5" actId="1076"/>
      <pc:docMkLst>
        <pc:docMk/>
      </pc:docMkLst>
      <pc:sldChg chg="addSp modSp mod">
        <pc:chgData name="sebastianligna4@gmail.com" userId="445a980e03f6b7c8" providerId="LiveId" clId="{095EA701-0D38-4B06-BB86-D1759CD8A4EC}" dt="2026-06-29T15:43:36.832" v="5" actId="1076"/>
        <pc:sldMkLst>
          <pc:docMk/>
          <pc:sldMk cId="3236731321" sldId="264"/>
        </pc:sldMkLst>
        <pc:picChg chg="add mod">
          <ac:chgData name="sebastianligna4@gmail.com" userId="445a980e03f6b7c8" providerId="LiveId" clId="{095EA701-0D38-4B06-BB86-D1759CD8A4EC}" dt="2026-06-29T15:43:36.832" v="5" actId="1076"/>
          <ac:picMkLst>
            <pc:docMk/>
            <pc:sldMk cId="3236731321" sldId="264"/>
            <ac:picMk id="4" creationId="{25EF26F0-C75D-4A8F-9872-C5C2E6CA8D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8425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1883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136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08239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54581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7483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76400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582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9609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28923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41395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93383-3132-4079-857A-59A0BEAE1D92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7A66C-B5AF-4E83-9F0C-4968A227316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858456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5EC70-8639-4FD3-ACBC-F25FFB4AE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647" y="349623"/>
            <a:ext cx="5768788" cy="5849470"/>
          </a:xfrm>
        </p:spPr>
        <p:txBody>
          <a:bodyPr>
            <a:normAutofit/>
          </a:bodyPr>
          <a:lstStyle/>
          <a:p>
            <a:pPr algn="l"/>
            <a:r>
              <a:rPr lang="es-MX" sz="2400" b="1" dirty="0"/>
              <a:t>PROYECTO INTEGRADOR</a:t>
            </a:r>
            <a:br>
              <a:rPr lang="es-MX" sz="2400" dirty="0"/>
            </a:br>
            <a:r>
              <a:rPr lang="es-MX" sz="2400" b="1" dirty="0"/>
              <a:t>El impacto de las nuevas tecnologías en la sociedad:</a:t>
            </a:r>
            <a:br>
              <a:rPr lang="es-MX" sz="2400" b="1" dirty="0"/>
            </a:br>
            <a:r>
              <a:rPr lang="es-MX" sz="2400" b="1" dirty="0"/>
              <a:t>desarrollo de un generador seguro de contraseñas</a:t>
            </a:r>
            <a:br>
              <a:rPr lang="es-MX" sz="2400" dirty="0"/>
            </a:br>
            <a:r>
              <a:rPr lang="es-MX" sz="2400" b="1" dirty="0"/>
              <a:t>Estudiante:</a:t>
            </a:r>
            <a:r>
              <a:rPr lang="es-MX" sz="2400" dirty="0"/>
              <a:t> </a:t>
            </a:r>
            <a:r>
              <a:rPr lang="es-MX" sz="2400" dirty="0" err="1"/>
              <a:t>Victor</a:t>
            </a:r>
            <a:r>
              <a:rPr lang="es-MX" sz="2400" dirty="0"/>
              <a:t> Javier </a:t>
            </a:r>
            <a:r>
              <a:rPr lang="es-MX" sz="2400" dirty="0" err="1"/>
              <a:t>Ligña</a:t>
            </a:r>
            <a:r>
              <a:rPr lang="es-MX" sz="2400" dirty="0"/>
              <a:t> </a:t>
            </a:r>
            <a:r>
              <a:rPr lang="es-MX" sz="2400" dirty="0" err="1"/>
              <a:t>Hernandez</a:t>
            </a:r>
            <a:r>
              <a:rPr lang="es-MX" sz="2400" dirty="0"/>
              <a:t> </a:t>
            </a:r>
            <a:br>
              <a:rPr lang="es-MX" sz="2400" dirty="0"/>
            </a:br>
            <a:r>
              <a:rPr lang="es-MX" sz="2400" b="1" dirty="0"/>
              <a:t>Asignatura:</a:t>
            </a:r>
            <a:r>
              <a:rPr lang="es-MX" sz="2400" dirty="0"/>
              <a:t> LOGICA DE PROGRAMACION</a:t>
            </a:r>
            <a:br>
              <a:rPr lang="es-MX" sz="2400" dirty="0"/>
            </a:br>
            <a:r>
              <a:rPr lang="es-MX" sz="2400" b="1" dirty="0"/>
              <a:t>Docente:</a:t>
            </a:r>
            <a:r>
              <a:rPr lang="es-MX" sz="2400" dirty="0"/>
              <a:t> LILIAN MARLENE AMAN RAMOS</a:t>
            </a:r>
            <a:br>
              <a:rPr lang="es-MX" sz="2400" dirty="0"/>
            </a:br>
            <a:r>
              <a:rPr lang="es-MX" sz="2400" b="1" dirty="0"/>
              <a:t>Curso/Paralelo:</a:t>
            </a:r>
            <a:r>
              <a:rPr lang="es-MX" sz="2400" dirty="0"/>
              <a:t>  1-CIB-1A</a:t>
            </a:r>
            <a:br>
              <a:rPr lang="es-MX" sz="2400" dirty="0"/>
            </a:br>
            <a:r>
              <a:rPr lang="es-MX" sz="2400" b="1" dirty="0"/>
              <a:t>Fecha:</a:t>
            </a:r>
            <a:r>
              <a:rPr lang="es-MX" sz="2400" dirty="0"/>
              <a:t> Junio de 2026</a:t>
            </a:r>
            <a:br>
              <a:rPr lang="es-MX" sz="2400" dirty="0"/>
            </a:br>
            <a:br>
              <a:rPr lang="es-MX" sz="2400" dirty="0"/>
            </a:br>
            <a:br>
              <a:rPr lang="es-MX" sz="2400" dirty="0"/>
            </a:br>
            <a:endParaRPr lang="es-EC" sz="2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B15B36-3F9E-459D-885A-3DB426937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612" y="349624"/>
            <a:ext cx="4572000" cy="5849470"/>
          </a:xfrm>
        </p:spPr>
        <p:txBody>
          <a:bodyPr/>
          <a:lstStyle/>
          <a:p>
            <a:endParaRPr lang="es-EC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DC17931-AC41-40DF-97C5-B9791E229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127" y="961465"/>
            <a:ext cx="4134970" cy="493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18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615D8E-3241-41A3-8B22-9E8DB7CBA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71" y="349624"/>
            <a:ext cx="7584141" cy="5827339"/>
          </a:xfrm>
        </p:spPr>
        <p:txBody>
          <a:bodyPr>
            <a:normAutofit lnSpcReduction="10000"/>
          </a:bodyPr>
          <a:lstStyle/>
          <a:p>
            <a:r>
              <a:rPr lang="es-MX" b="1" dirty="0"/>
              <a:t>DESCRIPCIÓN DEL PROBLEMA</a:t>
            </a:r>
            <a:endParaRPr lang="es-MX" dirty="0"/>
          </a:p>
          <a:p>
            <a:r>
              <a:rPr lang="es-MX" dirty="0"/>
              <a:t>En la actualidad, muchas personas utilizan plataformas digitales como redes sociales, correos electrónicos, aplicaciones bancarias y sistemas académicos.</a:t>
            </a:r>
          </a:p>
          <a:p>
            <a:r>
              <a:rPr lang="es-MX" dirty="0"/>
              <a:t>Sin embargo, varios usuarios crean contraseñas débiles, repetidas o fáciles de adivinar, lo que puede poner en riesgo su información personal.</a:t>
            </a:r>
          </a:p>
          <a:p>
            <a:r>
              <a:rPr lang="es-MX" dirty="0"/>
              <a:t>Este problema puede provocar: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Robo de cuentas.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Pérdida de información.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Suplantación de identidad.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Acceso no autorizado.</a:t>
            </a:r>
          </a:p>
          <a:p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2DB4F4-A78A-46ED-877A-A2311292F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741" y="1548793"/>
            <a:ext cx="3614691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178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77F6EB-1768-4DEE-A7E2-DC54609C0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60" y="188259"/>
            <a:ext cx="7355540" cy="6427694"/>
          </a:xfrm>
        </p:spPr>
        <p:txBody>
          <a:bodyPr/>
          <a:lstStyle/>
          <a:p>
            <a:r>
              <a:rPr lang="es-MX" b="1" dirty="0"/>
              <a:t>OBJETIVO DEL SISTEMA</a:t>
            </a:r>
            <a:endParaRPr lang="es-MX" dirty="0"/>
          </a:p>
          <a:p>
            <a:r>
              <a:rPr lang="es-MX" dirty="0"/>
              <a:t>Desarrollar un programa en Python que permita generar contraseñas seguras de forma automática, utilizando diferentes tipos de caracteres para mejorar la protección de la información personal del usuario.</a:t>
            </a:r>
          </a:p>
          <a:p>
            <a:r>
              <a:rPr lang="es-MX" b="1" dirty="0"/>
              <a:t>Objetivos específicos: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Crear contraseñas aleatorias.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Permitir elegir la longitud.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Incluir mayúsculas, minúsculas, números y símbolos.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Validar los datos ingresados.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Mejorar la seguridad digital.</a:t>
            </a: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1026" name="Picture 2" descr="Candado De Seguridad Digital Y Escudo Con Placa De Circuito PNG ,dibujos La  Seguridad Cibernética, Protección De Datos, Seguridad Digital PNG Imagen  para Descarga Gratuita | Pngtree">
            <a:extLst>
              <a:ext uri="{FF2B5EF4-FFF2-40B4-BE49-F238E27FC236}">
                <a16:creationId xmlns:a16="http://schemas.microsoft.com/office/drawing/2014/main" id="{BA0CAA3F-D023-4EA2-BCB4-8FEE54C8D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765" y="1207994"/>
            <a:ext cx="4442012" cy="444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601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9F09A-30C0-437F-8E3F-F62B31F72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918" y="174812"/>
            <a:ext cx="6683188" cy="6683188"/>
          </a:xfrm>
        </p:spPr>
        <p:txBody>
          <a:bodyPr/>
          <a:lstStyle/>
          <a:p>
            <a:r>
              <a:rPr lang="es-MX" b="1" dirty="0"/>
              <a:t>FUNCIONALIDADES DEL SISTEMA</a:t>
            </a:r>
            <a:endParaRPr lang="es-MX" dirty="0"/>
          </a:p>
          <a:p>
            <a:r>
              <a:rPr lang="es-MX" dirty="0"/>
              <a:t>El sistema permite generar contraseñas seguras de acuerdo con las opciones seleccionadas por el usuario.</a:t>
            </a:r>
          </a:p>
          <a:p>
            <a:r>
              <a:rPr lang="es-MX" b="1" dirty="0"/>
              <a:t>Principales funcionalidades: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Ingresar la longitud de la contraseña.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Elegir si desea incluir letras mayúsculas.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Elegir si desea incluir letras minúsculas.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Elegir si desea incluir números.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Elegir si desea incluir caracteres especiales.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Validar que el usuario seleccione al menos una opción.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Generar y mostrar una contraseña segura.</a:t>
            </a: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F9882E9-AB93-44F9-BD91-978C5D6C3C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31106" y="1333798"/>
            <a:ext cx="4921623" cy="282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85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6B075D-A47A-48EF-B867-F27416C24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6" y="726141"/>
            <a:ext cx="5607422" cy="5697211"/>
          </a:xfrm>
        </p:spPr>
        <p:txBody>
          <a:bodyPr>
            <a:normAutofit/>
          </a:bodyPr>
          <a:lstStyle/>
          <a:p>
            <a:r>
              <a:rPr lang="es-MX" sz="2400" b="1" dirty="0"/>
              <a:t>DISEÑO DEL SISTEMA</a:t>
            </a:r>
            <a:endParaRPr lang="es-MX" sz="2400" dirty="0"/>
          </a:p>
          <a:p>
            <a:r>
              <a:rPr lang="es-MX" sz="2400" dirty="0"/>
              <a:t>Para organizar el funcionamiento del software se elaboraron diagramas que permiten representar la lógica del programa y la interacción del usuario con el sistema.</a:t>
            </a:r>
          </a:p>
          <a:p>
            <a:r>
              <a:rPr lang="es-MX" sz="2400" b="1" dirty="0"/>
              <a:t>Diagramas utilizados: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Diagrama de flujo.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Diagrama de casos de uso.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Diagrama de arquitectura. </a:t>
            </a:r>
          </a:p>
          <a:p>
            <a:r>
              <a:rPr lang="es-MX" sz="2400" dirty="0"/>
              <a:t>Estos diagramas ayudan a comprender cómo el usuario ingresa los datos, cómo el programa procesa la información y cómo se genera la contraseña segura.</a:t>
            </a:r>
          </a:p>
          <a:p>
            <a:pPr marL="0" indent="0">
              <a:buNone/>
            </a:pPr>
            <a:endParaRPr lang="es-EC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E34A37-F70B-4303-945E-C3329CB837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20871" y="726141"/>
            <a:ext cx="5849470" cy="54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23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4200D1-8E90-44C5-87E2-23CA46598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858" y="753035"/>
            <a:ext cx="4733365" cy="5876364"/>
          </a:xfrm>
        </p:spPr>
        <p:txBody>
          <a:bodyPr/>
          <a:lstStyle/>
          <a:p>
            <a:r>
              <a:rPr lang="es-MX" sz="2400" b="1" dirty="0"/>
              <a:t>ARQUITECTURA DEL SISTEMA</a:t>
            </a:r>
            <a:endParaRPr lang="es-MX" sz="2400" dirty="0"/>
          </a:p>
          <a:p>
            <a:r>
              <a:rPr lang="es-MX" sz="2400" dirty="0"/>
              <a:t>El sistema se organiza en tres partes principales:</a:t>
            </a:r>
          </a:p>
          <a:p>
            <a:r>
              <a:rPr lang="es-MX" sz="2400" b="1" dirty="0"/>
              <a:t>1. Entrada de datos</a:t>
            </a:r>
            <a:br>
              <a:rPr lang="es-MX" sz="2400" dirty="0"/>
            </a:br>
            <a:r>
              <a:rPr lang="es-MX" sz="2400" dirty="0"/>
              <a:t>El usuario ingresa la longitud de la contraseña y selecciona los tipos de caracteres que desea incluir.</a:t>
            </a:r>
          </a:p>
          <a:p>
            <a:r>
              <a:rPr lang="es-MX" sz="2400" b="1" dirty="0"/>
              <a:t>2. Procesamiento</a:t>
            </a:r>
            <a:br>
              <a:rPr lang="es-MX" sz="2400" dirty="0"/>
            </a:br>
            <a:r>
              <a:rPr lang="es-MX" sz="2400" dirty="0"/>
              <a:t>El programa valida la información ingresada y genera la contraseña de forma aleatoria.</a:t>
            </a:r>
          </a:p>
          <a:p>
            <a:r>
              <a:rPr lang="es-MX" sz="2400" b="1" dirty="0"/>
              <a:t>3. Salida de datos</a:t>
            </a:r>
            <a:br>
              <a:rPr lang="es-MX" sz="2400" dirty="0"/>
            </a:br>
            <a:r>
              <a:rPr lang="es-MX" sz="2400" dirty="0"/>
              <a:t>El sistema muestra en pantalla la contraseña segura generada.</a:t>
            </a:r>
          </a:p>
          <a:p>
            <a:pPr marL="0" indent="0">
              <a:buNone/>
            </a:pPr>
            <a:endParaRPr lang="es-EC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DD78F1-6B5F-47AA-8526-573CDC20B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976" y="753035"/>
            <a:ext cx="5511053" cy="535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4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28AC17-CC2B-4146-B6DD-3409CFBB7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47" y="309282"/>
            <a:ext cx="4639235" cy="6360459"/>
          </a:xfrm>
        </p:spPr>
        <p:txBody>
          <a:bodyPr>
            <a:noAutofit/>
          </a:bodyPr>
          <a:lstStyle/>
          <a:p>
            <a:r>
              <a:rPr lang="es-MX" sz="2400" b="1" dirty="0"/>
              <a:t>DESARROLLO DEL CÓDIGO EN PYTHON</a:t>
            </a:r>
            <a:endParaRPr lang="es-MX" sz="2400" dirty="0"/>
          </a:p>
          <a:p>
            <a:r>
              <a:rPr lang="es-MX" sz="2400" dirty="0"/>
              <a:t>El software fue desarrollado en Python y se organizó mediante funciones para que el código sea claro, ordenado y fácil de entender.</a:t>
            </a:r>
          </a:p>
          <a:p>
            <a:r>
              <a:rPr lang="es-MX" sz="2400" dirty="0"/>
              <a:t>En el programa se aplicaron: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Funciones:</a:t>
            </a:r>
            <a:r>
              <a:rPr lang="es-MX" sz="2400" dirty="0"/>
              <a:t> para separar las partes principales del sistema.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Condicionales:</a:t>
            </a:r>
            <a:r>
              <a:rPr lang="es-MX" sz="2400" dirty="0"/>
              <a:t> para validar las opciones ingresadas por el usuario.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Ciclos repetitivos:</a:t>
            </a:r>
            <a:r>
              <a:rPr lang="es-MX" sz="2400" dirty="0"/>
              <a:t> para permitir generar nuevas contraseñas.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/>
              <a:t>Módulo random:</a:t>
            </a:r>
            <a:r>
              <a:rPr lang="es-MX" sz="2400" dirty="0"/>
              <a:t> para crear contraseñas aleatorias.</a:t>
            </a:r>
          </a:p>
          <a:p>
            <a:pPr marL="0" indent="0">
              <a:buNone/>
            </a:pPr>
            <a:endParaRPr lang="es-EC" sz="2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7A89B7B-8353-4268-A890-353345D7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921" y="909899"/>
            <a:ext cx="5802550" cy="534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03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DF3EF9-A4E4-4339-BCE9-2F93C7026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5" y="242046"/>
            <a:ext cx="5459506" cy="6615953"/>
          </a:xfrm>
        </p:spPr>
        <p:txBody>
          <a:bodyPr>
            <a:noAutofit/>
          </a:bodyPr>
          <a:lstStyle/>
          <a:p>
            <a:r>
              <a:rPr lang="es-MX" sz="2400" b="1" dirty="0"/>
              <a:t>PRUEBAS DEL SOFTWARE</a:t>
            </a:r>
            <a:endParaRPr lang="es-MX" sz="2400" dirty="0"/>
          </a:p>
          <a:p>
            <a:r>
              <a:rPr lang="es-MX" sz="2400" dirty="0"/>
              <a:t>Se realizaron pruebas para comprobar que el programa funcione correctamente y genere contraseñas seguras según las opciones seleccionadas por el usuario.</a:t>
            </a:r>
          </a:p>
          <a:p>
            <a:r>
              <a:rPr lang="es-MX" sz="2400" b="1" dirty="0"/>
              <a:t>Pruebas realizadas: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Prueba con longitud de 12 caracteres.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Prueba usando mayúsculas, minúsculas, números y símbolos.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Prueba generando una nueva contraseña.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Prueba de validación cuando el usuario no selecciona ningún tipo de carácter.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Verificación de que la contraseña generada cambia en cada ejecución.</a:t>
            </a:r>
          </a:p>
          <a:p>
            <a:pPr marL="0" indent="0">
              <a:buNone/>
            </a:pPr>
            <a:endParaRPr lang="es-EC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408418-A87B-4568-BD7D-5576CB44D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637" y="607006"/>
            <a:ext cx="3974937" cy="28219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CE21B83-805B-4FF0-9608-132ADDE0F3F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67636" y="3429000"/>
            <a:ext cx="3974937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16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155E37-EAE7-4352-B33B-00393CBED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4" y="484094"/>
            <a:ext cx="5029199" cy="6104965"/>
          </a:xfrm>
        </p:spPr>
        <p:txBody>
          <a:bodyPr>
            <a:normAutofit/>
          </a:bodyPr>
          <a:lstStyle/>
          <a:p>
            <a:r>
              <a:rPr lang="es-MX" sz="2400" b="1" dirty="0"/>
              <a:t>GITHUB Y ENTREGABLES</a:t>
            </a:r>
            <a:endParaRPr lang="es-MX" sz="2400" dirty="0"/>
          </a:p>
          <a:p>
            <a:r>
              <a:rPr lang="es-MX" sz="2400" dirty="0"/>
              <a:t>El proyecto fue subido a un repositorio de GitHub para organizar los archivos y evidenciar el desarrollo del software.</a:t>
            </a:r>
          </a:p>
          <a:p>
            <a:r>
              <a:rPr lang="es-MX" sz="2400" b="1" dirty="0"/>
              <a:t>El repositorio contiene: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Código completo del programa en Python.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Diagramas del sistema.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Archivo README.md.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Informe del proyecto.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Presentación final.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Evidencias de pruebas del software.</a:t>
            </a:r>
          </a:p>
          <a:p>
            <a:pPr marL="0" indent="0">
              <a:buNone/>
            </a:pPr>
            <a:endParaRPr lang="es-EC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EF26F0-C75D-4A8F-9872-C5C2E6CA8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424" y="1041907"/>
            <a:ext cx="5960784" cy="429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31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B4F02-AED6-4C7D-95BE-8B174989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MUCHAS GRACIAS !!!!!!!</a:t>
            </a:r>
            <a:endParaRPr lang="es-EC" dirty="0"/>
          </a:p>
        </p:txBody>
      </p:sp>
      <p:pic>
        <p:nvPicPr>
          <p:cNvPr id="2050" name="Picture 2" descr="11 ideas de Gracias | imágenes de gracias, frases de agradecimiento, gracias">
            <a:extLst>
              <a:ext uri="{FF2B5EF4-FFF2-40B4-BE49-F238E27FC236}">
                <a16:creationId xmlns:a16="http://schemas.microsoft.com/office/drawing/2014/main" id="{0DF9CF5E-DD5E-4B02-ABDC-352FD6E4DC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343944"/>
            <a:ext cx="48768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972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612</Words>
  <Application>Microsoft Office PowerPoint</Application>
  <PresentationFormat>Panorámica</PresentationFormat>
  <Paragraphs>64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PROYECTO INTEGRADOR El impacto de las nuevas tecnologías en la sociedad: desarrollo de un generador seguro de contraseñas Estudiante: Victor Javier Ligña Hernandez  Asignatura: LOGICA DE PROGRAMACION Docente: LILIAN MARLENE AMAN RAMOS Curso/Paralelo:  1-CIB-1A Fecha: Junio de 2026 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MUCHAS GRACIAS !!!!!!!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INTEGRADOR El impacto de las nuevas tecnologías en la sociedad: desarrollo de un generador seguro de contraseñas Estudiante: Victor Javier Ligña Hernandez  Asignatura: LOGICA DE PROGRAMACION Docente: LILIAN MARLENE AMAN RAMOS Curso/Paralelo:  1-CIB-1A Fecha: Junio de 2026   </dc:title>
  <dc:creator>sebastianligna4@gmail.com</dc:creator>
  <cp:lastModifiedBy>sebastianligna4@gmail.com</cp:lastModifiedBy>
  <cp:revision>1</cp:revision>
  <dcterms:created xsi:type="dcterms:W3CDTF">2026-06-29T01:44:03Z</dcterms:created>
  <dcterms:modified xsi:type="dcterms:W3CDTF">2026-06-29T15:43:53Z</dcterms:modified>
</cp:coreProperties>
</file>